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554480"/>
            <a:ext cx="6949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Chart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Answering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65760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a model show where it looked, and how it calculated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68680" y="457200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5720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OF 4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063240" y="45720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[name]  ·  [name]  ·  [name]</a:t>
            </a:r>
            <a:endParaRPr lang="en-US" sz="1350" dirty="0"/>
          </a:p>
        </p:txBody>
      </p:sp>
      <p:pic>
        <p:nvPicPr>
          <p:cNvPr id="7" name="Image 0" descr="/Users/ahmed/Downloads/ChartQA Project/chartqa-dual-target/presentation/figures/fig2_grounded.png">    </p:cNvPr>
          <p:cNvPicPr>
            <a:picLocks noChangeAspect="1"/>
          </p:cNvPicPr>
          <p:nvPr/>
        </p:nvPicPr>
        <p:blipFill>
          <a:blip r:embed="rId1">
            <a:alphaModFix amt="86000"/>
          </a:blip>
          <a:stretch>
            <a:fillRect/>
          </a:stretch>
        </p:blipFill>
        <p:spPr>
          <a:xfrm>
            <a:off x="8366760" y="1371600"/>
            <a:ext cx="3200400" cy="25694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335024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right answer and a lucky guess look exactly the same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8308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chart model reads a chart and gives an answer.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all you get.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tell whether it: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right things on the chart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wrong things and got lucky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ignored the chart and guessed from the question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93776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BEAE8"/>
          </a:solidFill>
          <a:ln w="12700">
            <a:solidFill>
              <a:srgbClr val="FBEA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49377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nobody can check its work — not us, not a user, not the model itself.</a:t>
            </a:r>
            <a:endParaRPr lang="en-US" sz="1500" dirty="0"/>
          </a:p>
        </p:txBody>
      </p:sp>
      <p:pic>
        <p:nvPicPr>
          <p:cNvPr id="7" name="Image 0" descr="/Users/ahmed/Downloads/ChartQA Project/chartqa-dual-target/presentation/figures/fig1_ungroun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691640"/>
            <a:ext cx="5486400" cy="43068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idea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335024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three things instead of one — then check them against each other</a:t>
            </a:r>
            <a:endParaRPr lang="en-US" sz="1350" dirty="0"/>
          </a:p>
        </p:txBody>
      </p:sp>
      <p:pic>
        <p:nvPicPr>
          <p:cNvPr id="4" name="Image 0" descr="/Users/ahmed/Downloads/ChartQA Project/chartqa-dual-target/presentation/figures/fig2_groun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5852160" cy="46908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766560" y="2011680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766560" y="2011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96596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looked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7360920" y="2350008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parts of the chart it used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766560" y="3063240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66560" y="3063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360920" y="301752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got there</a:t>
            </a:r>
            <a:endParaRPr lang="en-US" sz="1650" dirty="0"/>
          </a:p>
        </p:txBody>
      </p:sp>
      <p:sp>
        <p:nvSpPr>
          <p:cNvPr id="12" name="Text 9"/>
          <p:cNvSpPr txBox="1"/>
          <p:nvPr/>
        </p:nvSpPr>
        <p:spPr>
          <a:xfrm>
            <a:off x="7360920" y="3401568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calculation, not a paragraph of prose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766560" y="4114800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66560" y="4114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360920" y="406908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650" dirty="0"/>
          </a:p>
        </p:txBody>
      </p:sp>
      <p:sp>
        <p:nvSpPr>
          <p:cNvPr id="16" name="Text 13"/>
          <p:cNvSpPr txBox="1"/>
          <p:nvPr/>
        </p:nvSpPr>
        <p:spPr>
          <a:xfrm>
            <a:off x="7360920" y="4453128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itself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766560" y="5120640"/>
            <a:ext cx="4892040" cy="1371600"/>
          </a:xfrm>
          <a:prstGeom prst="roundRect">
            <a:avLst>
              <a:gd name="adj" fmla="val 5333"/>
            </a:avLst>
          </a:prstGeom>
          <a:solidFill>
            <a:srgbClr val="E8F2EC"/>
          </a:solidFill>
          <a:ln w="12700">
            <a:solidFill>
              <a:srgbClr val="E8F2E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95160" y="5120640"/>
            <a:ext cx="4434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8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calculation is written down, a small program can redo it and check it matches the answer.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28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human needed. No correct answer needed.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four-week plan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335024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is deliberately not about training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2331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1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880360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measurement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baselines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429000" y="210312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2331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2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880360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model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91072" y="210312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91072" y="2331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3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2880360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it properly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153144" y="210312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53144" y="2331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4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9336024" y="2880360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and write up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49377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2–4 all depend on data we trust and scoring we trust. Week 1 built both, then measured where the untouched model starts.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week 1 delivered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66928" y="173736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528" y="1965960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96596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2450592"/>
            <a:ext cx="3063240" cy="3246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data pipeline over two public datasets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evaluation system, checked against the official one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that recovers the calculation behind an answer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chart generator that makes its own training data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73736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1965960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196596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450592"/>
            <a:ext cx="3063240" cy="3246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well the datasets are actually annotated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our scoring matches the official scoring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small the things the model must find are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untouched model performs today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19872" y="173736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48472" y="1965960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A9541C"/>
          </a:solidFill>
          <a:ln w="12700">
            <a:solidFill>
              <a:srgbClr val="A9541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48472" y="196596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348472" y="2450592"/>
            <a:ext cx="3063240" cy="3246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chart type has no usable annotations at all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datasets overlap far more than filenames suggest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targets are too small for the model to locate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nothing in the data teaches reasoning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answers well but cannot justify itself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989320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it is in the repository and reproducible.  ·  Cost so far: $0 — free GPUs only.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foundation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35024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public datasets, version-locked so results stay reproducible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74520"/>
          <a:ext cx="11109960" cy="914400"/>
        </p:xfrm>
        <a:graphic>
          <a:graphicData uri="http://schemas.openxmlformats.org/drawingml/2006/table">
            <a:tbl>
              <a:tblPr/>
              <a:tblGrid>
                <a:gridCol w="2221992"/>
                <a:gridCol w="2221992"/>
                <a:gridCol w="2221992"/>
                <a:gridCol w="2221992"/>
                <a:gridCol w="222199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Marks where to look?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ChartQA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28,299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RefChartQA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55,789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6,223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30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3520440"/>
            <a:ext cx="11109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with answers, and for one dataset, the regions a good answer should point at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file locked to a specific version, so any number can be reproduced later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different sources brought into one common format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data set aside from day one and not looked at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548640" y="557784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55778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86,000 chart questions in total. The test portions stay sealed until every decision is locked.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A9541C"/>
          </a:solidFill>
          <a:ln w="12700">
            <a:solidFill>
              <a:srgbClr val="A954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annotations are far patchier than advertised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35024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inspected 2,500 charts instead of trusting the documentation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874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charts actually come with usable annotations?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688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charts (vertical)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2569464"/>
            <a:ext cx="3840480" cy="274320"/>
          </a:xfrm>
          <a:prstGeom prst="roundRect">
            <a:avLst>
              <a:gd name="adj" fmla="val 26667"/>
            </a:avLst>
          </a:prstGeom>
          <a:solidFill>
            <a:srgbClr val="E3E9ED"/>
          </a:solidFill>
          <a:ln w="12700">
            <a:solidFill>
              <a:srgbClr val="E3E9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40480" y="2569464"/>
            <a:ext cx="3717585" cy="274320"/>
          </a:xfrm>
          <a:prstGeom prst="roundRect">
            <a:avLst>
              <a:gd name="adj" fmla="val 2666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18120" y="24688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96.8%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1821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charts (horizontal)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840480" y="3282696"/>
            <a:ext cx="3840480" cy="274320"/>
          </a:xfrm>
          <a:prstGeom prst="roundRect">
            <a:avLst>
              <a:gd name="adj" fmla="val 26667"/>
            </a:avLst>
          </a:prstGeom>
          <a:solidFill>
            <a:srgbClr val="E3E9ED"/>
          </a:solidFill>
          <a:ln w="12700">
            <a:solidFill>
              <a:srgbClr val="E3E9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0" y="3282696"/>
            <a:ext cx="3514039" cy="274320"/>
          </a:xfrm>
          <a:prstGeom prst="roundRect">
            <a:avLst>
              <a:gd name="adj" fmla="val 2666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18120" y="318211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91.5%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8953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charts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840480" y="3995928"/>
            <a:ext cx="3840480" cy="274320"/>
          </a:xfrm>
          <a:prstGeom prst="roundRect">
            <a:avLst>
              <a:gd name="adj" fmla="val 26667"/>
            </a:avLst>
          </a:prstGeom>
          <a:solidFill>
            <a:srgbClr val="E3E9ED"/>
          </a:solidFill>
          <a:ln w="12700">
            <a:solidFill>
              <a:srgbClr val="E3E9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0480" y="3995928"/>
            <a:ext cx="2104583" cy="274320"/>
          </a:xfrm>
          <a:prstGeom prst="roundRect">
            <a:avLst>
              <a:gd name="adj" fmla="val 2666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18120" y="389534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54.8%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60857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840480" y="4709160"/>
            <a:ext cx="3840480" cy="274320"/>
          </a:xfrm>
          <a:prstGeom prst="roundRect">
            <a:avLst>
              <a:gd name="adj" fmla="val 26667"/>
            </a:avLst>
          </a:prstGeom>
          <a:solidFill>
            <a:srgbClr val="E3E9ED"/>
          </a:solidFill>
          <a:ln w="12700">
            <a:solidFill>
              <a:srgbClr val="E3E9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18120" y="460857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0.0%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9144000" y="2377440"/>
            <a:ext cx="2514600" cy="2377440"/>
          </a:xfrm>
          <a:prstGeom prst="roundRect">
            <a:avLst>
              <a:gd name="adj" fmla="val 3077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72600" y="2377440"/>
            <a:ext cx="2057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annotations do exist, we confirmed they are accurate.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 coverage, not quality.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48640" y="534924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BEAE8"/>
          </a:solidFill>
          <a:ln w="12700">
            <a:solidFill>
              <a:srgbClr val="FBEA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1248" y="5349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charts cannot be used to teach the model where to look. We found this before building on top of them.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grounding data good enough to use?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35024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 / no-go check, with the pass mark set before we looked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920240"/>
            <a:ext cx="5577840" cy="2926080"/>
          </a:xfrm>
          <a:prstGeom prst="roundRect">
            <a:avLst>
              <a:gd name="adj" fmla="val 2500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103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checked, on a random sample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0604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marked region actually contain part of the chart?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mark a specific element, not the whole picture?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this hold across all question types?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240280"/>
            <a:ext cx="5166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8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 / 200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953512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annotations were acceptable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92240" y="3794760"/>
            <a:ext cx="5166360" cy="1051560"/>
          </a:xfrm>
          <a:prstGeom prst="roundRect">
            <a:avLst>
              <a:gd name="adj" fmla="val 6957"/>
            </a:avLst>
          </a:prstGeom>
          <a:solidFill>
            <a:srgbClr val="E8F2EC"/>
          </a:solidFill>
          <a:ln w="12700">
            <a:solidFill>
              <a:srgbClr val="E8F2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20840" y="3794760"/>
            <a:ext cx="4754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8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— so we can build on this data.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516636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51663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it failed, we would have had to build our own grounding data — a very different Week 2.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A9541C"/>
          </a:solidFill>
          <a:ln w="12700">
            <a:solidFill>
              <a:srgbClr val="A954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datasets overlap almost completely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35024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dataset is built from the first — but the files look different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19659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BEAE8"/>
          </a:solidFill>
          <a:ln w="12700">
            <a:solidFill>
              <a:srgbClr val="FBEA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2240280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of 4,000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3512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overlaps found by comparing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files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E8F2EC"/>
          </a:solidFill>
          <a:ln w="12700">
            <a:solidFill>
              <a:srgbClr val="E8F2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2240280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8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99.9%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953512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overlaps found by comparing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pictures themselves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526280"/>
            <a:ext cx="11109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Re-saving an image changes the file completely while the picture stays identical. The obvious check finds nothing — and says so confidently.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525780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12700">
            <a:solidFill>
              <a:srgbClr val="FDF1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5257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5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catching this, we could train on a chart and then “test” on the same chart — and never know our results were inflated.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Scoring we can actually trust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35024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before the model, because you cannot fix a ruler after measuring with it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828800"/>
            <a:ext cx="11109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each dataset's own official scoring program for every reported number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also wrote our own, so we can break results down and put error bars on them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 checked the two against each other on 11,690 real predictions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429000"/>
            <a:ext cx="3520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11,690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 scored twice —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by each program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429000"/>
            <a:ext cx="3520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0.07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gap between them,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percentage points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119872" y="3429000"/>
            <a:ext cx="3520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8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119872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disagreements on the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hardest answer cases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525780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E8F2EC"/>
          </a:solidFill>
          <a:ln w="12700">
            <a:solidFill>
              <a:srgbClr val="E8F2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5257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8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any improvement we report later is a real improvement — not a bug in how we measure.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A9541C"/>
          </a:solidFill>
          <a:ln w="12700">
            <a:solidFill>
              <a:srgbClr val="A954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targets are too small for the model to locate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35024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does not see fine detail — it sees the chart in coarse blocks</a:t>
            </a:r>
            <a:endParaRPr lang="en-US" sz="1350" dirty="0"/>
          </a:p>
        </p:txBody>
      </p:sp>
      <p:pic>
        <p:nvPicPr>
          <p:cNvPr id="6" name="Image 0" descr="/Users/ahmed/Downloads/ChartQA Project/chartqa-dual-target/presentation/figures/fig3_subto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28800"/>
            <a:ext cx="7845552" cy="3602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006840" y="2011680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67%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9006840" y="272491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targets are smaller than one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the model can see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9006840" y="3611880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954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9006840" y="432511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smaller than one block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every direction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562356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12700">
            <a:solidFill>
              <a:srgbClr val="FDF1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56235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5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training cannot fix this. It tells us exactly what to test in Week 3: give the model a sharper view.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A9541C"/>
          </a:solidFill>
          <a:ln w="12700">
            <a:solidFill>
              <a:srgbClr val="A9541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Almost nothing in the data teaches reasoning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35024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searched all 28,299 training questions for one where the calculation is clear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05740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2286000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A6B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28,299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99232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searched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191256" y="2926080"/>
            <a:ext cx="237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29000" y="205740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2286000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14%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999232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one clear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behind them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053328" y="2926080"/>
            <a:ext cx="237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291072" y="205740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91072" y="2286000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74%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6291072" y="2999232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those are just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“read one number off the chart”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915400" y="2926080"/>
            <a:ext cx="237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53144" y="205740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53144" y="2286000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in 100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9153144" y="2999232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teach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reasoning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480560"/>
            <a:ext cx="11109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questions are rejected because several different calculations would produce the same answer — so we cannot tell which one the question meant, and we refuse to guess.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48640" y="548640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12700">
            <a:solidFill>
              <a:srgbClr val="FDF1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1248" y="54864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5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data can barely teach reasoning at all. That is why we make our own.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we generate our own charts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35024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we draw the chart ourselves, we know the answer and the regions for certain</a:t>
            </a:r>
            <a:endParaRPr lang="en-US" sz="1350" dirty="0"/>
          </a:p>
        </p:txBody>
      </p:sp>
      <p:pic>
        <p:nvPicPr>
          <p:cNvPr id="6" name="Image 0" descr="/Users/ahmed/Downloads/ChartQA Project/chartqa-dual-target/presentation/figures/fig4_verifi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7223760" cy="309615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01000" y="1965960"/>
            <a:ext cx="3657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chart styles at 4 difficulty levels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24,000 examples generated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 of them are the multi-step kind that real data almost never provides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and style randomised, so the model cannot memorise one appearance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525780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E8F2EC"/>
          </a:solidFill>
          <a:ln w="12700">
            <a:solidFill>
              <a:srgbClr val="E8F2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5257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8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generated example is automatically checked against its own picture before it is allowed into training.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9184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918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109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33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model stands today, before any training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35024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held-out questions, asked in exactly the format we will train towards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103120"/>
            <a:ext cx="3520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8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163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questions answered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103120"/>
            <a:ext cx="3520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954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28163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a properly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answer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119872" y="2103120"/>
            <a:ext cx="3520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119872" y="28163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those: the stated calculation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the stated answer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794760"/>
            <a:ext cx="11109960" cy="1188720"/>
          </a:xfrm>
          <a:prstGeom prst="roundRect">
            <a:avLst>
              <a:gd name="adj" fmla="val 6154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3794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together: the model can already read charts reasonably well. What it cannot yet do is produce an answer in a form anyone can check — and when it does, its own reasoning often does not support it.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530352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 w="12700">
            <a:solidFill>
              <a:srgbClr val="F1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" y="5303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3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starting line. Every number we report in Week 3 is measured against it.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11109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next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66928" y="155448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5544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1554480"/>
            <a:ext cx="9281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model — first to point at the right things,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to point and reason together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74320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27432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2743200"/>
            <a:ext cx="9281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it properly on the sealed test data,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test whether a sharper view helps the small targets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66928" y="393192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393192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3931920"/>
            <a:ext cx="9281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seeing mistakes from reasoning mistakes,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CFE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write it up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66928" y="525780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2E3A6E"/>
          </a:solidFill>
          <a:ln w="12700">
            <a:solidFill>
              <a:srgbClr val="2E3A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525780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data stays sealed until every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is locked and written down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525780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2E3A6E"/>
          </a:solidFill>
          <a:ln w="12700">
            <a:solidFill>
              <a:srgbClr val="2E3A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63640" y="525780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so far: $0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GPUs only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Grounded Chart Question Answering — Week 1</dc:title>
  <dc:subject>PptxGenJS Presentation</dc:subject>
  <dc:creator>ChartQA Project</dc:creator>
  <cp:lastModifiedBy>ChartQA Project</cp:lastModifiedBy>
  <cp:revision>1</cp:revision>
  <dcterms:created xsi:type="dcterms:W3CDTF">2026-08-29T10:38:33Z</dcterms:created>
  <dcterms:modified xsi:type="dcterms:W3CDTF">2026-08-29T10:38:33Z</dcterms:modified>
</cp:coreProperties>
</file>
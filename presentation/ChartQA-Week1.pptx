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of a four-week project. This week was data, measurement and baselines — everything before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Chart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Answering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703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model show where it looked, and how it calculated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46177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46177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[name]  ·  [name]  ·  [name]</a:t>
            </a:r>
            <a:endParaRPr lang="en-US" sz="1400" dirty="0"/>
          </a:p>
        </p:txBody>
      </p:sp>
      <p:pic>
        <p:nvPicPr>
          <p:cNvPr id="7" name="Image 0" descr="/Users/ahmed/Downloads/ChartQA Project/chartqa-dual-target/presentation/figures/fig2_groun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8366760" y="1417320"/>
            <a:ext cx="3200400" cy="2569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 answer and a lucky guess look identical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model reads a chart and gives an answer.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you get.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tell whether it: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right two bars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wrong bars and got lucky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the chart and guessed from the question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8006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cannot check its work — and neither can it.</a:t>
            </a:r>
            <a:endParaRPr lang="en-US" sz="1600" dirty="0"/>
          </a:p>
        </p:txBody>
      </p:sp>
      <p:pic>
        <p:nvPicPr>
          <p:cNvPr id="7" name="Image 0" descr="/Users/ahmed/Downloads/ChartQA Project/chartqa-dual-target/presentation/figures/fig1_ung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54480"/>
            <a:ext cx="5486400" cy="4306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produce three things instead of one</a:t>
            </a:r>
            <a:endParaRPr lang="en-US" sz="1350" dirty="0"/>
          </a:p>
        </p:txBody>
      </p:sp>
      <p:pic>
        <p:nvPicPr>
          <p:cNvPr id="4" name="Image 0" descr="/Users/ahmed/Downloads/ChartQA Project/chartqa-dual-target/presentation/figures/fig2_g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943600" cy="47640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74650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91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looked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057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around the West and South bars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12280" y="279806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2743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did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3108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difference(West, South)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12280" y="384962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3794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160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12280" y="493776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22592" y="493776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program re-does the arithmetic from the boxes.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disagrees with the answer, we know the answer is unreliable — with no human needed.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four-week plan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is deliberately not about training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97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F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measurement,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F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baselines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19856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2697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2784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697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 properly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25712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25712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08592" y="2697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and write 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6634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weeks 2–4 depends on having data we trust and scoring we trust.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week 1 built both, and measured where the untouched model starts.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— and what is actually inside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inside 2,500 annotations rather than trusting the description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RefChartQA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55,789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6,223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3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checked against a fingerprint, so we know exactly which version we have.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charts come with box annotations?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807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3741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3374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941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3941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8920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 have no box annotations at all — so this data cannot teach the model to point at them.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ruler before the thing we measure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model code, we wrote the scoring — then checked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scored the same 11,690 real predictions twice: once with the official scoring program published with the dataset, once with ours.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11,690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107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scored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both programs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697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4107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difference in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box-accuracy score (points)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697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4107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on 423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answer cases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4805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4805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improvement we report later is a real improvement — not a bug in our own scoring.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this first also meant the evaluation was ready the moment the model was.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#1 — the targets are tiny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see pixels; it sees the chart as a grid of blocks</a:t>
            </a:r>
            <a:endParaRPr lang="en-US" sz="1350" dirty="0"/>
          </a:p>
        </p:txBody>
      </p:sp>
      <p:pic>
        <p:nvPicPr>
          <p:cNvPr id="4" name="Image 0" descr="/Users/ahmed/Downloads/ChartQA Project/chartqa-dual-target/presentation/figures/fig3_sub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321040" cy="3813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09828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9098280" y="25420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targets are narrower than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on at least one side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34290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9098280" y="41422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smaller than one block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 area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RefChartQA at the model's normal input size.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cannot fix this — it tells us to test higher resolutions in week 3.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#2 — there is little to teach with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teach the model how to calculate, we need questions where we know the calculation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searched all 28,299 training questions for one where exactly one arithmetic step reproduces the correct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6974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107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questions gave a clear,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calculation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4688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1688" y="26974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34107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were just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one number”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24688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6448" y="26974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 100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34107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teach real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920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 can barely teach reasoning at all — so we generate our own.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generate our own charts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right answer and the right boxes, because we drew them</a:t>
            </a:r>
            <a:endParaRPr lang="en-US" sz="1350" dirty="0"/>
          </a:p>
        </p:txBody>
      </p:sp>
      <p:pic>
        <p:nvPicPr>
          <p:cNvPr id="4" name="Image 0" descr="/Users/ahmed/Downloads/ChartQA Project/chartqa-dual-target/presentation/figures/fig4_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7772400" cy="3328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32520" y="16916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4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24048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 ×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31089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38221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examples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45262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0.70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523951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required, 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is thrown away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5138928"/>
            <a:ext cx="7772400" cy="1143000"/>
          </a:xfrm>
          <a:prstGeom prst="roundRect">
            <a:avLst>
              <a:gd name="adj" fmla="val 64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5138928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scored against where the chart's ink actually is. Across the 640 examples we checked by hand, correct boxes scored 0.84–0.99 — so no bad example reaches training.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start, and what is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untouched model, before any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correct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61688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usable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6448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6448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usable outputs: the model’s own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matches its own answer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31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it answers correctly, its stated reasoning often does not support the answer.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what we are trying to close.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983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2 — training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4983480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4983480"/>
            <a:ext cx="5321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so far: $0  ·  free GPUs only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Chart Question Answering — Week 1</dc:title>
  <dc:subject>PptxGenJS Presentation</dc:subject>
  <dc:creator>ChartQA Project</dc:creator>
  <cp:lastModifiedBy>ChartQA Project</cp:lastModifiedBy>
  <cp:revision>1</cp:revision>
  <dcterms:created xsi:type="dcterms:W3CDTF">2026-08-29T07:48:59Z</dcterms:created>
  <dcterms:modified xsi:type="dcterms:W3CDTF">2026-08-29T07:48:59Z</dcterms:modified>
</cp:coreProperties>
</file>
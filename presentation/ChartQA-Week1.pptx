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 of a four-week project. This week was data, measurement and baselines — everything before training.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600200"/>
            <a:ext cx="6949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Chart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Answering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70332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a model show where it looked, and how it calculated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68680" y="46177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6177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OF 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4617720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[name]  ·  [name]  ·  [name]</a:t>
            </a:r>
            <a:endParaRPr lang="en-US" sz="1400" dirty="0"/>
          </a:p>
        </p:txBody>
      </p:sp>
      <p:pic>
        <p:nvPicPr>
          <p:cNvPr id="7" name="Image 0" descr="/Users/ahmed/Downloads/ChartQA Project/chartqa-dual-target/presentation/figures/fig2_grounded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8366760" y="1417320"/>
            <a:ext cx="3200400" cy="25694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24128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right answer and a lucky guess look identical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916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chart model reads a chart and gives an answer.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all you get.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tell whether it: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right two bars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wrong bars and got lucky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ignored the chart and guessed from the question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800600"/>
            <a:ext cx="5029200" cy="1051560"/>
          </a:xfrm>
          <a:prstGeom prst="roundRect">
            <a:avLst>
              <a:gd name="adj" fmla="val 6957"/>
            </a:avLst>
          </a:prstGeom>
          <a:solidFill>
            <a:srgbClr val="FBEAE8"/>
          </a:solidFill>
          <a:ln w="12700">
            <a:solidFill>
              <a:srgbClr val="FBEA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800600"/>
            <a:ext cx="4617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cannot check its work — and neither can it.</a:t>
            </a:r>
            <a:endParaRPr lang="en-US" sz="1600" dirty="0"/>
          </a:p>
        </p:txBody>
      </p:sp>
      <p:pic>
        <p:nvPicPr>
          <p:cNvPr id="7" name="Image 0" descr="/Users/ahmed/Downloads/ChartQA Project/chartqa-dual-target/presentation/figures/fig1_ungroun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554480"/>
            <a:ext cx="5486400" cy="43068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idea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24128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model produce three things instead of one</a:t>
            </a:r>
            <a:endParaRPr lang="en-US" sz="1350" dirty="0"/>
          </a:p>
        </p:txBody>
      </p:sp>
      <p:pic>
        <p:nvPicPr>
          <p:cNvPr id="4" name="Image 0" descr="/Users/ahmed/Downloads/ChartQA Project/chartqa-dual-target/presentation/figures/fig2_groun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943600" cy="476402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12280" y="1746504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12280" y="1746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406640" y="169164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looked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406640" y="205740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 around the West and South bars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812280" y="2798064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12280" y="2798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06640" y="274320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did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406640" y="31089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difference(West, South)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812280" y="3849624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12280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06640" y="379476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0" y="416052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812280" y="4937760"/>
            <a:ext cx="4892040" cy="1234440"/>
          </a:xfrm>
          <a:prstGeom prst="roundRect">
            <a:avLst>
              <a:gd name="adj" fmla="val 5926"/>
            </a:avLst>
          </a:prstGeom>
          <a:solidFill>
            <a:srgbClr val="E8F2EC"/>
          </a:solidFill>
          <a:ln w="12700">
            <a:solidFill>
              <a:srgbClr val="E8F2E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022592" y="4937760"/>
            <a:ext cx="4480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8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program re-does the arithmetic from the boxes.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28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disagrees with the answer, we know the answer is unreliable — with no human needed.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four-week plan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24128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is deliberately not about training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212140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1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69748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measurement,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baselines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419856" y="18745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9856" y="212140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2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3602736" y="269748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model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72784" y="18745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72784" y="212140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3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455664" y="269748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it properly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125712" y="18745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25712" y="212140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4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9308592" y="269748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and write up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66344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66344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weeks 2–4 depends on having data we trust and scoring we trust.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week 1 built both, and measured where the untouched model starts.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— and what is actually inside it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24128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looked inside 2,500 annotations rather than trusting the description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5212080" cy="914400"/>
        </p:xfrm>
        <a:graphic>
          <a:graphicData uri="http://schemas.openxmlformats.org/drawingml/2006/table">
            <a:tbl>
              <a:tblPr/>
              <a:tblGrid>
                <a:gridCol w="1303020"/>
                <a:gridCol w="1303020"/>
                <a:gridCol w="1303020"/>
                <a:gridCol w="13030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ChartQA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28,299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RefChartQA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55,789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6,223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11,690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30175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file checked against a fingerprint, so we know exactly which version we have.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7373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charts come with box annotations?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240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bar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418320" y="2240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97%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6263640" y="28072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9418320" y="28072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92%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6263640" y="337413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418320" y="33741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55%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6263640" y="394106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9418320" y="39410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66928" y="48920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BEAE8"/>
          </a:solidFill>
          <a:ln w="12700">
            <a:solidFill>
              <a:srgbClr val="FBEA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8680" y="489204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charts have no box annotations at all — so this data cannot teach the model to point at them.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built the ruler before the thing we measure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24128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writing any model code, we wrote the scoring — then checked it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64240" cy="2377440"/>
          </a:xfrm>
          <a:prstGeom prst="roundRect">
            <a:avLst>
              <a:gd name="adj" fmla="val 3077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scored the same 11,690 real predictions twice: once with the official scoring program published with the dataset, once with ours.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9748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11,690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410712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 scored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both programs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269748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0.07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3410712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difference in the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box-accuracy score (points)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863840" y="269748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8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3410712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disagreements on 423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tricky answer cases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448056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E8F2EC"/>
          </a:solidFill>
          <a:ln w="12700">
            <a:solidFill>
              <a:srgbClr val="E8F2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448056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8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any improvement we report later is a real improvement — not a bug in our own scoring.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56875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this first also meant the evaluation was ready the moment the model was.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learned #1 — the targets are tiny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24128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does not see pixels; it sees the chart as a grid of blocks</a:t>
            </a:r>
            <a:endParaRPr lang="en-US" sz="1350" dirty="0"/>
          </a:p>
        </p:txBody>
      </p:sp>
      <p:pic>
        <p:nvPicPr>
          <p:cNvPr id="4" name="Image 0" descr="/Users/ahmed/Downloads/ChartQA Project/chartqa-dual-target/presentation/figures/fig3_subto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321040" cy="3813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098280" y="182880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67%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9098280" y="2542032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targets are narrower than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block on at least one side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9098280" y="342900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9098280" y="4142232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smaller than one block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total area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9098280" y="48463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7,158 boxes from RefChartQA’s training split, at 512 px.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553212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BEAE8"/>
          </a:solidFill>
          <a:ln w="12700">
            <a:solidFill>
              <a:srgbClr val="FBEA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5532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training cannot fix this — it tells us to test higher resolutions in week 3.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learned #2 — there is little to teach with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24128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the model how to calculate, we need questions where we know the calculation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373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searched all 28,299 training questions for one where exactly one arithmetic step reproduces the correct answer.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46888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2697480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14%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41071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questions gave a clear,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calculation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61688" y="246888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1688" y="2697480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74%</a:t>
            </a:r>
            <a:endParaRPr lang="en-US" sz="4200" dirty="0"/>
          </a:p>
        </p:txBody>
      </p:sp>
      <p:sp>
        <p:nvSpPr>
          <p:cNvPr id="10" name="Text 8"/>
          <p:cNvSpPr txBox="1"/>
          <p:nvPr/>
        </p:nvSpPr>
        <p:spPr>
          <a:xfrm>
            <a:off x="4361688" y="341071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those were just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“read one number”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56448" y="246888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56448" y="2697480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in 100</a:t>
            </a:r>
            <a:endParaRPr lang="en-US" sz="4200" dirty="0"/>
          </a:p>
        </p:txBody>
      </p:sp>
      <p:sp>
        <p:nvSpPr>
          <p:cNvPr id="13" name="Text 11"/>
          <p:cNvSpPr txBox="1"/>
          <p:nvPr/>
        </p:nvSpPr>
        <p:spPr>
          <a:xfrm>
            <a:off x="8156448" y="341071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teach real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reasoning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041648" y="32004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7836408" y="32004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66928" y="48920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BEAE8"/>
          </a:solidFill>
          <a:ln w="12700">
            <a:solidFill>
              <a:srgbClr val="FBEA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89204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data can barely teach reasoning at all — so we generate our own.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we generate our own charts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24128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know the right answer and the right boxes, because we drew them</a:t>
            </a:r>
            <a:endParaRPr lang="en-US" sz="1350" dirty="0"/>
          </a:p>
        </p:txBody>
      </p:sp>
      <p:pic>
        <p:nvPicPr>
          <p:cNvPr id="4" name="Image 0" descr="/Users/ahmed/Downloads/ChartQA Project/chartqa-dual-target/presentation/figures/fig4_verifi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27632"/>
            <a:ext cx="7772400" cy="33284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732520" y="1691640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× 4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2404872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types ×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levels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8732520" y="3108960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24,000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8732520" y="3822192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examples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4526280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8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0.70</a:t>
            </a:r>
            <a:endParaRPr lang="en-US" sz="4200" dirty="0"/>
          </a:p>
        </p:txBody>
      </p:sp>
      <p:sp>
        <p:nvSpPr>
          <p:cNvPr id="10" name="Text 7"/>
          <p:cNvSpPr txBox="1"/>
          <p:nvPr/>
        </p:nvSpPr>
        <p:spPr>
          <a:xfrm>
            <a:off x="8732520" y="5239512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required, or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box is thrown away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66928" y="5138928"/>
            <a:ext cx="7772400" cy="1143000"/>
          </a:xfrm>
          <a:prstGeom prst="roundRect">
            <a:avLst>
              <a:gd name="adj" fmla="val 6400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4672" y="5138928"/>
            <a:ext cx="7315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box is scored against where the chart's ink actually is. Across the 640 examples we checked by hand, correct boxes scored 0.84–0.99 — so no bad example reaches training.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start, and what is next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17043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untouched model, before any training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3474720" cy="1828800"/>
          </a:xfrm>
          <a:prstGeom prst="roundRect">
            <a:avLst>
              <a:gd name="adj" fmla="val 4000"/>
            </a:avLst>
          </a:prstGeom>
          <a:solidFill>
            <a:srgbClr val="2E3A6E"/>
          </a:solidFill>
          <a:ln w="12700">
            <a:solidFill>
              <a:srgbClr val="2E3A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20574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78892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correct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61688" y="1828800"/>
            <a:ext cx="3474720" cy="1828800"/>
          </a:xfrm>
          <a:prstGeom prst="roundRect">
            <a:avLst>
              <a:gd name="adj" fmla="val 4000"/>
            </a:avLst>
          </a:prstGeom>
          <a:solidFill>
            <a:srgbClr val="2E3A6E"/>
          </a:solidFill>
          <a:ln w="12700">
            <a:solidFill>
              <a:srgbClr val="2E3A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61688" y="20574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44568" y="278892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a usable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9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56448" y="1828800"/>
            <a:ext cx="3474720" cy="1828800"/>
          </a:xfrm>
          <a:prstGeom prst="roundRect">
            <a:avLst>
              <a:gd name="adj" fmla="val 4000"/>
            </a:avLst>
          </a:prstGeom>
          <a:solidFill>
            <a:srgbClr val="2E3A6E"/>
          </a:solidFill>
          <a:ln w="12700">
            <a:solidFill>
              <a:srgbClr val="2E3A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56448" y="20574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69%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339328" y="278892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usable outputs: the model’s own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9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matches its own answer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9319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when it answers correctly, its stated reasoning often does not support the answer.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what we are trying to close.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5486400" cy="1005840"/>
          </a:xfrm>
          <a:prstGeom prst="roundRect">
            <a:avLst>
              <a:gd name="adj" fmla="val 9091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6928" y="498348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Week 2 — training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309360" y="4983480"/>
            <a:ext cx="5321808" cy="1005840"/>
          </a:xfrm>
          <a:prstGeom prst="roundRect">
            <a:avLst>
              <a:gd name="adj" fmla="val 9091"/>
            </a:avLst>
          </a:prstGeom>
          <a:solidFill>
            <a:srgbClr val="2E3A6E"/>
          </a:solidFill>
          <a:ln w="12700">
            <a:solidFill>
              <a:srgbClr val="2E3A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4983480"/>
            <a:ext cx="53218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so far: $0  ·  free GPUs only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Grounded Chart Question Answering — Week 1</dc:title>
  <dc:subject>PptxGenJS Presentation</dc:subject>
  <dc:creator>ChartQA Project</dc:creator>
  <cp:lastModifiedBy>ChartQA Project</cp:lastModifiedBy>
  <cp:revision>1</cp:revision>
  <dcterms:created xsi:type="dcterms:W3CDTF">2026-08-29T08:36:25Z</dcterms:created>
  <dcterms:modified xsi:type="dcterms:W3CDTF">2026-08-29T08:36:25Z</dcterms:modified>
</cp:coreProperties>
</file>
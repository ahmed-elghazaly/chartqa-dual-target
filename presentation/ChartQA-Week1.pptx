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Chart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Answering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6576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model show where it looked, and how it calculated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57200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572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4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4572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[name]  ·  [name]  ·  [name]</a:t>
            </a:r>
            <a:endParaRPr lang="en-US" sz="1350" dirty="0"/>
          </a:p>
        </p:txBody>
      </p:sp>
      <p:pic>
        <p:nvPicPr>
          <p:cNvPr id="7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>
            <a:alphaModFix amt="86000"/>
          </a:blip>
          <a:stretch>
            <a:fillRect/>
          </a:stretch>
        </p:blipFill>
        <p:spPr>
          <a:xfrm>
            <a:off x="8366760" y="1371600"/>
            <a:ext cx="3200400" cy="2569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answer and a lucky guess look exactly the same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model reads a chart and gives an answer.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all you get.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tell whether it: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right things on the chart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wrong things and got lucky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 the chart and guessed from the question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nobody can check its work — not us, not a user, not the model itself.</a:t>
            </a:r>
            <a:endParaRPr lang="en-US" sz="1500" dirty="0"/>
          </a:p>
        </p:txBody>
      </p:sp>
      <p:pic>
        <p:nvPicPr>
          <p:cNvPr id="7" name="Image 0" descr="/Users/ahmed/Downloads/ChartQA Project/chartqa-dual-target/presentation/figures/fig1_un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91640"/>
            <a:ext cx="5486400" cy="43068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three things instead of one — then check them against each other</a:t>
            </a:r>
            <a:endParaRPr lang="en-US" sz="1350" dirty="0"/>
          </a:p>
        </p:txBody>
      </p:sp>
      <p:pic>
        <p:nvPicPr>
          <p:cNvPr id="4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852160" cy="46908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2011680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9659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looked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235000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parts of the chart it used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66560" y="3063240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0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3017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got there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40156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calculation, not a paragraph of prose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66560" y="4114800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406908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45312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itself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766560" y="5120640"/>
            <a:ext cx="4892040" cy="1371600"/>
          </a:xfrm>
          <a:prstGeom prst="roundRect">
            <a:avLst>
              <a:gd name="adj" fmla="val 5333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95160" y="512064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calculation is written down, a small program can redo it and check it matches the answer.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needed. No correct answer needed.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four-week plan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is deliberately not about training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measurement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baselines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429000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91072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it properly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53144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and write 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2–4 all depend on data we trust and scoring we trust. Week 1 built both, then measured where the untouched model starts.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week 1 delivered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17373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" y="19659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450592"/>
            <a:ext cx="30632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data pipeline over two public datasets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system, checked against the official one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recovers the calculation behind an answer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generator that makes its own training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9659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50592"/>
            <a:ext cx="30632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the datasets are actually annotated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our scoring matches the official scoring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small the things the model must find are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untouched model performs today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19872" y="17373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19659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8472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48472" y="2450592"/>
            <a:ext cx="30632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type has no usable annotations at all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datasets overlap far more than filenames suggest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targets are too small for the model to locate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nothing in the data teaches reasoning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well but cannot justify itself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98932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 and reproducible.  ·  Cost so far: $0 — free GPUs only.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foundation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public datasets, version-locked so results stay reproducible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221992"/>
                <a:gridCol w="2221992"/>
                <a:gridCol w="2221992"/>
                <a:gridCol w="2221992"/>
                <a:gridCol w="22219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marks on the chart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element — each bar, each slice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RefChartQA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55,789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regions each question needs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520440"/>
            <a:ext cx="11109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 marks every element in the chart; the other marks what each question needs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locked to a specific version, so any number can be reproduced later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sources brought into one common format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set aside from day one and not looked at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55778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577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86,000 chart questions in total. The test portions stay sealed until every decision is locked.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annotations are far patchier than advertised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inspected 2,500 charts instead of trusting the documentation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74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charts actually come with usable annotations?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68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 (vertical)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2569464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9464"/>
            <a:ext cx="3717585" cy="274320"/>
          </a:xfrm>
          <a:prstGeom prst="roundRect">
            <a:avLst>
              <a:gd name="adj" fmla="val 2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2468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96.8%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82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 (horizontal)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0" y="3282696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3282696"/>
            <a:ext cx="3514039" cy="274320"/>
          </a:xfrm>
          <a:prstGeom prst="roundRect">
            <a:avLst>
              <a:gd name="adj" fmla="val 2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18120" y="31821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91.5%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8953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0" y="3995928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0" y="3995928"/>
            <a:ext cx="2104583" cy="274320"/>
          </a:xfrm>
          <a:prstGeom prst="roundRect">
            <a:avLst>
              <a:gd name="adj" fmla="val 2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38953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54.8%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6085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4709160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46085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44000" y="23774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72600" y="2377440"/>
            <a:ext cx="2057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annotations do exist, we confirmed they are accurate.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coverage, not quality.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349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 cannot be used to teach the model where to look. We found this before building on top of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grounding data good enough to use?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/ no-go check, with the pass mark set before we looked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5577840" cy="2926080"/>
          </a:xfrm>
          <a:prstGeom prst="roundRect">
            <a:avLst>
              <a:gd name="adj" fmla="val 25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checked, on a random sample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marked region actually contain part of the chart?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mark a specific element, not the whole picture?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hold across all question types?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40280"/>
            <a:ext cx="5166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/ 200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953512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annotations were acceptable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92240" y="379476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20840" y="379476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— so we can build on this data.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166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it failed, we would have had to build our own grounding data — a very different Week 2.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datasets overlap almost completely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dataset is built from the first — but the files look different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402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4,000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351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found by comparing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files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2402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95351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found by comparing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pictures themselves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26280"/>
            <a:ext cx="11109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Re-saving an image changes the file completely while the picture stays identical. The obvious check finds nothing — and says so confidently.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catching this, we could train on a chart and then “test” on the same chart — and never know our results were inflated.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we can actually trust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before the model, because you cannot fix a ruler after measuring with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28800"/>
            <a:ext cx="11109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each dataset's own official scoring program for every reported number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wrote our own, so we can break results down and put error bars on them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checked the two against each other on 11,690 real predictions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2900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11,690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scored twice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by each program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42900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gap between them,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percentage points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19872" y="342900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119872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 on the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answer cases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any improvement we report later is a real improvement — not a bug in how we measure.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targets are too small for the model to locate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see fine detail — it sees the chart in coarse blocks</a:t>
            </a:r>
            <a:endParaRPr lang="en-US" sz="1350" dirty="0"/>
          </a:p>
        </p:txBody>
      </p:sp>
      <p:pic>
        <p:nvPicPr>
          <p:cNvPr id="6" name="Image 0" descr="/Users/ahmed/Downloads/ChartQA Project/chartqa-dual-target/presentation/figures/fig3_subt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28800"/>
            <a:ext cx="7845552" cy="3602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06840" y="20116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27249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targets are smaller than one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the model can see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36118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5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43251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smaller than one block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direction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6235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5623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training cannot fix this. It tells us exactly what to test in Week 3: give the model a sharper 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nothing in the data teaches reasoning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searched all 28,299 training questions for one where the calculation is clear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A6B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28,299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91256" y="292608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one clear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behind them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053328" y="292608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291072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1072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291072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are just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one number off the chart”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92608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53144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53144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in 100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53144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teach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480560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questions are rejected because several different calculations would produce the same answer — so we cannot tell which one the question meant, and we refuse to guess.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486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can barely teach reasoning at all. That is why we make our own.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we generate our own charts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draw the chart ourselves, we know the answer and the regions for certain</a:t>
            </a:r>
            <a:endParaRPr lang="en-US" sz="1350" dirty="0"/>
          </a:p>
        </p:txBody>
      </p:sp>
      <p:pic>
        <p:nvPicPr>
          <p:cNvPr id="6" name="Image 0" descr="/Users/ahmed/Downloads/ChartQA Project/chartqa-dual-target/presentation/figures/fig4_verif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7223760" cy="30961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01000" y="1965960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chart styles at 4 difficulty levels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24,000 examples generated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of them are the multi-step kind that real data almost never provides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and style randomised, so the model cannot memorise one appearance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generated example is automatically checked against its own picture before it is allowed into training.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stands today, before any training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held-out questions, asked in exactly the format we will train towards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0312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163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questions answered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0312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5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8163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properly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answer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210312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119872" y="28163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those: the stated calculation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stated answer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together: the model can already read charts reasonably well. What it cannot yet do is produce an answer in a form anyone can check — and when it does, its own reasoning often does not support it.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5303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starting line. Every number we report in Week 3 is measured against it.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11109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next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55448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554480"/>
            <a:ext cx="9281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 — first to point at the right things,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to point and reason together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7432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743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743200"/>
            <a:ext cx="9281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 properly on the sealed test data,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test whether a sharper view helps the small targets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9319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931920"/>
            <a:ext cx="9281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seeing mistakes from reasoning mistakes,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write it up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52578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stays sealed until every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is locked and written down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52578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so far: $0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GPUs only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Grounded Chart Question Answering — Week 1</dc:title>
  <dc:subject>PptxGenJS Presentation</dc:subject>
  <dc:creator>ChartQA Project</dc:creator>
  <cp:lastModifiedBy>ChartQA Project</cp:lastModifiedBy>
  <cp:revision>1</cp:revision>
  <dcterms:created xsi:type="dcterms:W3CDTF">2026-08-29T10:47:26Z</dcterms:created>
  <dcterms:modified xsi:type="dcterms:W3CDTF">2026-08-29T10:47:26Z</dcterms:modified>
</cp:coreProperties>
</file>
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Chart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Answering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6576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model show where it looked, and how it calculated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57200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572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4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4572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[name]  ·  [name]  ·  [name]</a:t>
            </a:r>
            <a:endParaRPr lang="en-US" sz="1350" dirty="0"/>
          </a:p>
        </p:txBody>
      </p:sp>
      <p:pic>
        <p:nvPicPr>
          <p:cNvPr id="7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>
            <a:alphaModFix amt="86000"/>
          </a:blip>
          <a:stretch>
            <a:fillRect/>
          </a:stretch>
        </p:blipFill>
        <p:spPr>
          <a:xfrm>
            <a:off x="8366760" y="1371600"/>
            <a:ext cx="3200400" cy="2569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answer and a lucky guess look identical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50292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model reads a chart and gives an answer. That is all you get.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tell whether it: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right two bars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wrong bars and got lucky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 the chart and guessed from the question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8920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892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nobody can check its work — not us, not a user, not the model itself.</a:t>
            </a:r>
            <a:endParaRPr lang="en-US" sz="1450" dirty="0"/>
          </a:p>
        </p:txBody>
      </p:sp>
      <p:pic>
        <p:nvPicPr>
          <p:cNvPr id="7" name="Image 0" descr="/Users/ahmed/Downloads/ChartQA Project/chartqa-dual-target/presentation/figures/fig1_un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91640"/>
            <a:ext cx="5486400" cy="43068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three things instead of one, then check them</a:t>
            </a:r>
            <a:endParaRPr lang="en-US" sz="1300" dirty="0"/>
          </a:p>
        </p:txBody>
      </p:sp>
      <p:pic>
        <p:nvPicPr>
          <p:cNvPr id="4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852160" cy="46908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920240"/>
            <a:ext cx="402336" cy="40233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333488" y="187452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looked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333488" y="222199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around the West and South bars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6560" y="2926080"/>
            <a:ext cx="402336" cy="40233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288036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did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7333488" y="3227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difference(West, South)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766560" y="3931920"/>
            <a:ext cx="402336" cy="40233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931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388620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333488" y="423367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766560" y="4892040"/>
            <a:ext cx="4892040" cy="1325880"/>
          </a:xfrm>
          <a:prstGeom prst="roundRect">
            <a:avLst>
              <a:gd name="adj" fmla="val 5517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67728" y="4892040"/>
            <a:ext cx="4480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ordinary program re-does the arithmetic from the boxes.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disagrees with the answer, the answer is unreliable — no human needed, no gold answer needed.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four-week plan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is deliberately not about training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816352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measurement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baselines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205740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816352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91072" y="205740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16352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it properly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53144" y="205740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816352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and write up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800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weeks 2–4 depends on data we trust and scoring we trust. Week 1 built both, then measured where the untouched model starts.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week 1 delivered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in the repository and reproducible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20574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0574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542032"/>
            <a:ext cx="30632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pipeline over two datasets, hash-pinned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— every metric twice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miner over 28,299 questions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generator, 8 types × 4 levels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prompts and a strict output parser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0574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0574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42032"/>
            <a:ext cx="30632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coverage on 2,500 charts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scoring vs official, 11,690 predictions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size in visual tokens, 7,158 boxes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correctness against rendered pixels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untouched model on 200 questions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19872" y="18288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48472" y="20574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8472" y="20574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348472" y="2542032"/>
            <a:ext cx="30632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 have no box annotations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of targets are smaller than the model's grid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 in 100 questions teach reasoning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own arithmetic backs its answer 69% of the time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94360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so far: $0 — free GPUs only.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pipeline over two public datasets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archive checked against a fingerprint recorded before download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1517904"/>
                <a:gridCol w="1517904"/>
                <a:gridCol w="1517904"/>
                <a:gridCol w="1517904"/>
                <a:gridCol w="15179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 boxes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RefChartQA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55,789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200400"/>
            <a:ext cx="75895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875 MB + 2.88 GB, every file SHA-256 verified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ChartQA's zip, not the easier parquet — only the zip has the element boxes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sources normalised into one record type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store IDs and hashes, never dataset content (GPL-3.0 / AGPL-3.0)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18,317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62432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ChartQA training charts,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28,299 questions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5661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12.7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22452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boxes on 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annotated chart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5577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from scratch: pinned versions, recorded hashes, no manual steps.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inside the annotations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2,500 ChartQA annotations rather than trusting the description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charts come with usable element boxes?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37744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bar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23774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54.6% of ChartQA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2459736"/>
            <a:ext cx="3017520" cy="256032"/>
          </a:xfrm>
          <a:prstGeom prst="roundRect">
            <a:avLst>
              <a:gd name="adj" fmla="val 28571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2459736"/>
            <a:ext cx="2920959" cy="256032"/>
          </a:xfrm>
          <a:prstGeom prst="roundRect">
            <a:avLst>
              <a:gd name="adj" fmla="val 2857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0" y="23774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96.8%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0358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0358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29.3%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34840" y="3118104"/>
            <a:ext cx="3017520" cy="256032"/>
          </a:xfrm>
          <a:prstGeom prst="roundRect">
            <a:avLst>
              <a:gd name="adj" fmla="val 28571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18104"/>
            <a:ext cx="2761031" cy="256032"/>
          </a:xfrm>
          <a:prstGeom prst="roundRect">
            <a:avLst>
              <a:gd name="adj" fmla="val 2857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0" y="303580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91.5%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9417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36941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3776472"/>
            <a:ext cx="3017520" cy="256032"/>
          </a:xfrm>
          <a:prstGeom prst="roundRect">
            <a:avLst>
              <a:gd name="adj" fmla="val 28571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34840" y="3776472"/>
            <a:ext cx="1653601" cy="256032"/>
          </a:xfrm>
          <a:prstGeom prst="roundRect">
            <a:avLst>
              <a:gd name="adj" fmla="val 2857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36941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54.8%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35254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43525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12.9%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34840" y="4434840"/>
            <a:ext cx="3017520" cy="256032"/>
          </a:xfrm>
          <a:prstGeom prst="roundRect">
            <a:avLst>
              <a:gd name="adj" fmla="val 28571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435254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1945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0.9999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285292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r² of a bar's box height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its true value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6576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 boxes exist, they are trustworthy.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coverage, not quality.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5120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 have no box annotations at all — this data cannot teach a model to point at them.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the grounding annotations any good?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gate, not a curiosity: had this failed we would have had to build our own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RefChartQA box audit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rows sampled, seed recorded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must contain chart ink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must mark a region, not the whole chart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across all three question types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1488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/ 200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807208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1488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2807208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human, machine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PoT alike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65760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365760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PASSED — RefChartQA's boxes go into training.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166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5166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the pass mark before looking. A gate decided after seeing the result is not a gate.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chart, hiding under two names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RefChartQA is built from ChartQA's images — re-saved, so the files differ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14884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4,000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80720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found by comparing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FILES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14884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80720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found by comparing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decoded PIXELS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3484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Re-encoding a PNG changes every byte and no pixel. A file-based check finds nothing and reports it confidently.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120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without this we could train on a chart and then “test” on the same chart through the other dataset, and never know.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measuring instrument, before the thing measured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score ourselves with our own code, we cannot tell a gain from a bug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scoring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verbatim from each dataset's release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SHA-256 recorded, so it cannot drift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scorer of record for every reported number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implementation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 — the official code gives none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breakdowns by box size, chart type, question kind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analysis, never for a headline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4800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implementations, one rule: where they disagree, the official one wins.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this first also meant evaluation was ready the moment a model was.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our scoring agree with the official scoring?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11,690 real predictions, scored twice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0312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11,690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6148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scored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both programs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0312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76148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gap in the box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(percentage points)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210312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119872" y="276148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 across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borderline answers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0332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703320"/>
            <a:ext cx="10515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subset — human 0.000, machine 0.068, PoT 0.036 percentage points. Perfect-box test cases agree to one part in a million.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166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5166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 improvement we report later is a real improvement, not a bug in our own scoring.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targets are smaller than what the model can see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see pixels — it sees the chart as a grid of 32×32 blocks</a:t>
            </a:r>
            <a:endParaRPr lang="en-US" sz="1300" dirty="0"/>
          </a:p>
        </p:txBody>
      </p:sp>
      <p:pic>
        <p:nvPicPr>
          <p:cNvPr id="6" name="Image 0" descr="/Users/ahmed/Downloads/ChartQA Project/chartqa-dual-target/presentation/figures/fig3_subt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7863840" cy="3602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06840" y="192024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257860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targets are thinner than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on some side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3474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5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4133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smaller than one block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total area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7,158 boxes, RefChartQA training split, at 512 px.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54864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5486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training cannot fix this. It tells us what to test in week 3: raise the resolution and see if the gain lands here.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miner that recovers the calculation behind an answer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ChartQA gives the chart's data table — so we can search for the operation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933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202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question and its answer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042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“difference between West and South?” → 74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04495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71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every operation over the gold table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3558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West−South, West+South, mean, ratio, …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9651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0233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only if EXACTLY ONE explains it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074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operations both give 74, we refuse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589520" y="1920240"/>
            <a:ext cx="4069080" cy="3017520"/>
          </a:xfrm>
          <a:prstGeom prst="roundRect">
            <a:avLst>
              <a:gd name="adj" fmla="val 2424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45552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strict?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845552" y="2514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ChartQA's own scoring allows 5% error. But 5% of the year “2014” is a window of ±100 years.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that rule, mining accepted 2096 as the explanation for an answer of 2019.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plan. It is a coincidence, and training on it teaches arithmetic that is wrong.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a rejection, never a guess. Every rejection records its reason.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very little in the data that teaches reasoning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the miner over all 28,299 ChartQA training questions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01168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402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A6B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28,299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89864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searched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191256" y="278892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201168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22402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89864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exactly 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calculation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053328" y="278892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291072" y="201168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1072" y="22402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291072" y="289864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are just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one number”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78892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53144" y="201168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53144" y="22402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in 100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53144" y="289864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real multi-step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109960" cy="1005840"/>
          </a:xfrm>
          <a:prstGeom prst="roundRect">
            <a:avLst>
              <a:gd name="adj" fmla="val 727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297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other 86% are rejected: 53.9% ambiguous — several operations fit, so we cannot tell which was meant. 19.3% the answer is not a number. 7.2% nothing fits. 5.6% the answer is a category, like a year.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53212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5321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can barely teach reasoning at all. So we generate our own.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chart generator where we know the answer by 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chart types × 4 difficulty levels = 24,000 examples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7223760" cy="914400"/>
        </p:xfrm>
        <a:graphic>
          <a:graphicData uri="http://schemas.openxmlformats.org/drawingml/2006/table">
            <a:tbl>
              <a:tblPr/>
              <a:tblGrid>
                <a:gridCol w="2407920"/>
                <a:gridCol w="2407920"/>
                <a:gridCol w="240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teaches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plan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one 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lookup(West)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two values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difference(West, South)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 over everything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mean()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operation inside another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difference(West, mean())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114800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· horizontal bar · grouped bar · line · multi-line · pie · scatter · area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6,000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62432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examples — the kind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supplies 4 in 100 of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92440" y="352044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35204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Randomised: colours, fonts, grids, dark and light themes, titles, label rotation — so the model cannot learn one look.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1206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5120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seeds and styles are sealed off now, for a robustness test in week 4.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the generated boxes are right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where we drew a bar is not the same as knowing where its ink is</a:t>
            </a:r>
            <a:endParaRPr lang="en-US" sz="1300" dirty="0"/>
          </a:p>
        </p:txBody>
      </p:sp>
      <p:pic>
        <p:nvPicPr>
          <p:cNvPr id="6" name="Image 0" descr="/Users/ahmed/Downloads/ChartQA Project/chartqa-dual-target/presentation/figures/fig4_verif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7589520" cy="3246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0" y="1920240"/>
            <a:ext cx="3246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each box against the rendered pixels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only if the overlap is at least 0.70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boxes score 0.84 – 0.99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example is checked, not a sample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“we know the answer because we drew it” is a guarantee, not a hope — no unverified box reaches training.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for, and what we accept back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is a setting — all three are fixed and hashed before any result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published baseline, copied word for word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asking an untrained model for the full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fine-tuned model will see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57600"/>
            <a:ext cx="6858000" cy="1325880"/>
          </a:xfrm>
          <a:prstGeom prst="roundRect">
            <a:avLst>
              <a:gd name="adj" fmla="val 5517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3657600"/>
            <a:ext cx="63825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while designing them: pretty-printed JSON costs 80% more tokens than compact for identical content. Demanding compact cut the output 2.6× and raised valid output from 58% to 75%.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1828800"/>
            <a:ext cx="3931920" cy="3154680"/>
          </a:xfrm>
          <a:prstGeom prst="roundRect">
            <a:avLst>
              <a:gd name="adj" fmla="val 2319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73568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parser's one rule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246888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may DROP what the schema cannot hold.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may UNWRAP a record buried in stray text.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ADD a field the model did not produce.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lenient parser measures the parser, not the model.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21208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52120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output counts as a failure — never quietly replaced with a plausible default.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untouched model starts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frozen ChartQA validation questions, structured prompt, no training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10996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703320"/>
                <a:gridCol w="3703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correct (relaxed)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200 questions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is valid JSON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200 questions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satisfies our schema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46.5%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200 questions, after repair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runs without error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71 usable records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reproduces its own answer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71 usable records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340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3434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column carefully: the bottom two are conditional on a usable record existing. As a share of all 200 questions, the plan reproduces the answer 24.5% of the time.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56235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623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Two-thirds of the loss is output that never parses or never satisfies the schema — not wrong answers.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we are actually trying to close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already read charts. It cannot yet justify what it says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85292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questions answered correctly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training at 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19456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85292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its usable records: its own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backs its own answer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34340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when the answer is right, the stated reasoning often does not support it. That is what makes the answer uncheckable — and it is what training is for.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166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mainly trying to make the model read charts better. We are trying to make its answers checkable.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11109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50876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08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508760"/>
            <a:ext cx="9326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model, in two stages: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pointing, then pointing + reasoning together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651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651760"/>
            <a:ext cx="9326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the sealed test splits,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test whether higher resolution helps the small targets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3794760"/>
            <a:ext cx="9326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visual error from reasoning error,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write it 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512064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51206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splits stay sealed until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committed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512064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51206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so far: $0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GPUs only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Grounded Chart Question Answering — Week 1</dc:title>
  <dc:subject>PptxGenJS Presentation</dc:subject>
  <dc:creator>ChartQA Project</dc:creator>
  <cp:lastModifiedBy>ChartQA Project</cp:lastModifiedBy>
  <cp:revision>1</cp:revision>
  <dcterms:created xsi:type="dcterms:W3CDTF">2026-08-29T10:22:54Z</dcterms:created>
  <dcterms:modified xsi:type="dcterms:W3CDTF">2026-08-29T10:22:54Z</dcterms:modified>
</cp:coreProperties>
</file>